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8085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BILLING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Fraud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System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94360" y="294436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pipeline that analyzes Medicare billing data to identify suspicious </a:t>
            </a:r>
            <a:r>
              <a:rPr lang="en-US" sz="1300" dirty="0" smtClean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combining </a:t>
            </a: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peer-group benchmarking, machine learning anomaly detection, and federal exclusion list cross-referencing.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3886200"/>
            <a:ext cx="7955280" cy="0"/>
          </a:xfrm>
          <a:prstGeom prst="line">
            <a:avLst/>
          </a:prstGeom>
          <a:noFill/>
          <a:ln w="9525">
            <a:solidFill>
              <a:srgbClr val="DDDB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0416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44,528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Analyzed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40416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3,842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44805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Flagged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72200" y="40416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1,247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72200" y="44805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Priority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fraud costs the U.S. healthcare system an estimated $60–100 billion annually.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DDDBD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Scale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04825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billing records to review — far beyond manual capacity.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572768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DDDBD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47288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Anomalies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47288" y="204825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billing is only visible when providers are benchmarked against peers.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572768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DDDBD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6208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Upcoding Abuse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36208" y="204825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may bill for higher-complexity services than actually performed.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417320" y="29260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DDDBD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18488" y="30906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Claims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18488" y="34015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submissions go undetected without systematic pattern analysis.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06240" y="29260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DDDBD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07408" y="30906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Exclusions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07408" y="34015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OIG-excluded providers may still appear in active CMS billing records.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763" y="1204695"/>
            <a:ext cx="7142019" cy="37586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Outcomes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920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DDBD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44,528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88366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Providers Analyzed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42032" y="1298448"/>
            <a:ext cx="1920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DDBD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2032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3,842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42032" y="188366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Providers Identified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26864" y="1298448"/>
            <a:ext cx="1920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DDBD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1,247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26864" y="188366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Priority Cases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11696" y="1298448"/>
            <a:ext cx="19202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DDDBD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11696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~96%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11696" y="188366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Classifier Accuracy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450592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EDECE9"/>
          </a:solidFill>
          <a:ln w="6350">
            <a:solidFill>
              <a:srgbClr val="DDDB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054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2,914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7200" y="27614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Upcoding Flags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42032" y="2450592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EDECE9"/>
          </a:solidFill>
          <a:ln w="6350">
            <a:solidFill>
              <a:srgbClr val="DDDB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25054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1,200+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542032" y="27614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Groups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6864" y="2450592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EDECE9"/>
          </a:solidFill>
          <a:ln w="6350">
            <a:solidFill>
              <a:srgbClr val="DDDB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25054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90+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626864" y="27614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Types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11696" y="2450592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EDECE9"/>
          </a:solidFill>
          <a:ln w="6350">
            <a:solidFill>
              <a:srgbClr val="DDDB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11696" y="25054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11,276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711696" y="27614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 Providers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255264"/>
            <a:ext cx="8229600" cy="0"/>
          </a:xfrm>
          <a:prstGeom prst="line">
            <a:avLst/>
          </a:prstGeom>
          <a:noFill/>
          <a:ln w="9525">
            <a:solidFill>
              <a:srgbClr val="DDDB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3649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36576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Risk-scored provider dataset with Fraud Risk Score per provider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0" y="36576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shortlists: Critical, High, and Top-100 suspicious providers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40599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claim report and Random Forest classification report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40599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Upcoding scores for all E&amp;M codes (99211–99215)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44622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LEIE cross-reference: active exclusion matches with NPI-level detail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46320" y="44622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charts and executive summary report for investigator use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229</Words>
  <Application>Microsoft Office PowerPoint</Application>
  <PresentationFormat>On-screen Show (16:9)</PresentationFormat>
  <Paragraphs>51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Fraud Detection System</dc:title>
  <dc:subject>PptxGenJS Presentation</dc:subject>
  <dc:creator>PptxGenJS</dc:creator>
  <cp:lastModifiedBy>mehran</cp:lastModifiedBy>
  <cp:revision>5</cp:revision>
  <dcterms:created xsi:type="dcterms:W3CDTF">2026-06-10T11:23:29Z</dcterms:created>
  <dcterms:modified xsi:type="dcterms:W3CDTF">2026-06-10T12:42:38Z</dcterms:modified>
</cp:coreProperties>
</file>